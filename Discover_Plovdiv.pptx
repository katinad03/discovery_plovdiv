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 snapToObjects="1">
      <p:cViewPr varScale="1">
        <p:scale>
          <a:sx n="87" d="100"/>
          <a:sy n="87" d="100"/>
        </p:scale>
        <p:origin x="231" y="3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Bootstrap</a:t>
            </a:r>
            <a:br>
              <a:rPr lang="en-US" dirty="0"/>
            </a:br>
            <a:r>
              <a:rPr lang="en-US" dirty="0"/>
              <a:t>“discover Plovdiv”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900F1-B538-B8AF-CBB6-557D54ECAEDA}"/>
              </a:ext>
            </a:extLst>
          </p:cNvPr>
          <p:cNvSpPr txBox="1"/>
          <p:nvPr/>
        </p:nvSpPr>
        <p:spPr>
          <a:xfrm>
            <a:off x="65705" y="6485670"/>
            <a:ext cx="625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FDFBF6"/>
                </a:solidFill>
              </a:rPr>
              <a:t>Изготвила: Катина Димитрова, №2201681029, СТД 4 курс</a:t>
            </a:r>
            <a:endParaRPr lang="en-US" dirty="0">
              <a:solidFill>
                <a:srgbClr val="FDFB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{A5F30C60-C1B1-4454-A7C8-A6E2C7872BB8}TF8a9b5915-b8c7-461e-8cdd-693d48b5e32371f7b7e2_win32-4bf0b9a2ea37</Template>
  <TotalTime>11</TotalTime>
  <Words>436</Words>
  <Application>Microsoft Office PowerPoint</Application>
  <PresentationFormat>Widescreen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Bootstrap “discover Plovdiv”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Katina D.</dc:creator>
  <cp:lastModifiedBy>Katina D.</cp:lastModifiedBy>
  <cp:revision>1</cp:revision>
  <dcterms:created xsi:type="dcterms:W3CDTF">2026-04-14T11:30:21Z</dcterms:created>
  <dcterms:modified xsi:type="dcterms:W3CDTF">2026-04-14T11:42:16Z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